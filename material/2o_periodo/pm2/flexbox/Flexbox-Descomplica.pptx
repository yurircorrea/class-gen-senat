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</p:sldIdLst>
  <p:sldSz cx="18288000" cy="10287000"/>
  <p:notesSz cx="6858000" cy="9144000"/>
  <p:embeddedFontLst>
    <p:embeddedFont>
      <p:font typeface="Arial Bold" panose="020B0604020202020204" charset="0"/>
      <p:regular r:id="rId20"/>
    </p:embeddedFont>
    <p:embeddedFont>
      <p:font typeface="Barlow SemiCondensed Bold" panose="020B0604020202020204" charset="0"/>
      <p:regular r:id="rId21"/>
    </p:embeddedFont>
    <p:embeddedFont>
      <p:font typeface="Poppins Bold" panose="020B0604020202020204" charset="0"/>
      <p:regular r:id="rId22"/>
    </p:embeddedFont>
    <p:embeddedFont>
      <p:font typeface="Poppins Medium" panose="00000600000000000000" pitchFamily="2" charset="0"/>
      <p:regular r:id="rId23"/>
    </p:embeddedFont>
    <p:embeddedFont>
      <p:font typeface="Roboto" panose="02000000000000000000" pitchFamily="2" charset="0"/>
      <p:regular r:id="rId24"/>
    </p:embeddedFont>
    <p:embeddedFont>
      <p:font typeface="Roboto Bold" panose="02000000000000000000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presProps" Target="presProps.xml"/><Relationship Id="rId21" Type="http://schemas.openxmlformats.org/officeDocument/2006/relationships/font" Target="fonts/font2.fntdata"/><Relationship Id="rId25" Type="http://schemas.openxmlformats.org/officeDocument/2006/relationships/font" Target="fonts/font6.fntdata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750" t="-93604" b="-4414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28700" y="8634719"/>
            <a:ext cx="3015493" cy="979296"/>
          </a:xfrm>
          <a:custGeom>
            <a:avLst/>
            <a:gdLst/>
            <a:ahLst/>
            <a:cxnLst/>
            <a:rect l="l" t="t" r="r" b="b"/>
            <a:pathLst>
              <a:path w="3015493" h="979296">
                <a:moveTo>
                  <a:pt x="0" y="0"/>
                </a:moveTo>
                <a:lnTo>
                  <a:pt x="3015493" y="0"/>
                </a:lnTo>
                <a:lnTo>
                  <a:pt x="3015493" y="979296"/>
                </a:lnTo>
                <a:lnTo>
                  <a:pt x="0" y="979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 descr="Image"/>
          <p:cNvSpPr/>
          <p:nvPr/>
        </p:nvSpPr>
        <p:spPr>
          <a:xfrm>
            <a:off x="9261901" y="1140062"/>
            <a:ext cx="7997399" cy="8229600"/>
          </a:xfrm>
          <a:custGeom>
            <a:avLst/>
            <a:gdLst/>
            <a:ahLst/>
            <a:cxnLst/>
            <a:rect l="l" t="t" r="r" b="b"/>
            <a:pathLst>
              <a:path w="7997399" h="8229600">
                <a:moveTo>
                  <a:pt x="0" y="0"/>
                </a:moveTo>
                <a:lnTo>
                  <a:pt x="7997399" y="0"/>
                </a:lnTo>
                <a:lnTo>
                  <a:pt x="79973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2138213" y="4300000"/>
            <a:ext cx="6500000" cy="123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6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Flexbox</a:t>
            </a:r>
          </a:p>
        </p:txBody>
      </p:sp>
      <p:sp>
        <p:nvSpPr>
          <p:cNvPr id="90" name="Sub"/>
          <p:cNvSpPr txBox="1"/>
          <p:nvPr/>
        </p:nvSpPr>
        <p:spPr>
          <a:xfrm>
            <a:off x="2138213" y="5620000"/>
            <a:ext cx="6100000" cy="1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4000"/>
              </a:lnSpc>
            </a:pPr>
            <a:r>
              <a:rPr lang="pt-BR" sz="3000" b="1">
                <a:solidFill>
                  <a:srgbClr val="000000"/>
                </a:solidFill>
                <a:latin typeface="Arial Bold"/>
                <a:cs typeface="Arial Bold"/>
              </a:rPr>
              <a:t>CSS: layout com Flexbox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28700" y="760000"/>
            <a:ext cx="1623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62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O que vamos ver hoje</a:t>
            </a:r>
          </a:p>
        </p:txBody>
      </p:sp>
      <p:sp>
        <p:nvSpPr>
          <p:cNvPr id="4" name="Shape 4"/>
          <p:cNvSpPr/>
          <p:nvPr/>
        </p:nvSpPr>
        <p:spPr>
          <a:xfrm>
            <a:off x="1028700" y="250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5"/>
          <p:cNvSpPr/>
          <p:nvPr/>
        </p:nvSpPr>
        <p:spPr>
          <a:xfrm>
            <a:off x="1328700" y="274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328700" y="288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08700" y="288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Por que o Flexbox existe</a:t>
            </a:r>
          </a:p>
        </p:txBody>
      </p:sp>
      <p:sp>
        <p:nvSpPr>
          <p:cNvPr id="8" name="Shape 8"/>
          <p:cNvSpPr/>
          <p:nvPr/>
        </p:nvSpPr>
        <p:spPr>
          <a:xfrm>
            <a:off x="9374000" y="250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9"/>
          <p:cNvSpPr/>
          <p:nvPr/>
        </p:nvSpPr>
        <p:spPr>
          <a:xfrm>
            <a:off x="9674000" y="274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9674000" y="288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54000" y="288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display: flex e os dois eixos</a:t>
            </a:r>
          </a:p>
        </p:txBody>
      </p:sp>
      <p:sp>
        <p:nvSpPr>
          <p:cNvPr id="12" name="Shape 12"/>
          <p:cNvSpPr/>
          <p:nvPr/>
        </p:nvSpPr>
        <p:spPr>
          <a:xfrm>
            <a:off x="1028700" y="393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3"/>
          <p:cNvSpPr/>
          <p:nvPr/>
        </p:nvSpPr>
        <p:spPr>
          <a:xfrm>
            <a:off x="1328700" y="417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Box 14"/>
          <p:cNvSpPr txBox="1"/>
          <p:nvPr/>
        </p:nvSpPr>
        <p:spPr>
          <a:xfrm>
            <a:off x="1328700" y="431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8700" y="431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flex-direction</a:t>
            </a:r>
          </a:p>
        </p:txBody>
      </p:sp>
      <p:sp>
        <p:nvSpPr>
          <p:cNvPr id="16" name="Shape 16"/>
          <p:cNvSpPr/>
          <p:nvPr/>
        </p:nvSpPr>
        <p:spPr>
          <a:xfrm>
            <a:off x="9374000" y="393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7"/>
          <p:cNvSpPr/>
          <p:nvPr/>
        </p:nvSpPr>
        <p:spPr>
          <a:xfrm>
            <a:off x="9674000" y="417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Box 18"/>
          <p:cNvSpPr txBox="1"/>
          <p:nvPr/>
        </p:nvSpPr>
        <p:spPr>
          <a:xfrm>
            <a:off x="9674000" y="431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54000" y="431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justify-content</a:t>
            </a:r>
          </a:p>
        </p:txBody>
      </p:sp>
      <p:sp>
        <p:nvSpPr>
          <p:cNvPr id="20" name="Shape 20"/>
          <p:cNvSpPr/>
          <p:nvPr/>
        </p:nvSpPr>
        <p:spPr>
          <a:xfrm>
            <a:off x="1028700" y="536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21"/>
          <p:cNvSpPr/>
          <p:nvPr/>
        </p:nvSpPr>
        <p:spPr>
          <a:xfrm>
            <a:off x="1328700" y="560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Box 22"/>
          <p:cNvSpPr txBox="1"/>
          <p:nvPr/>
        </p:nvSpPr>
        <p:spPr>
          <a:xfrm>
            <a:off x="1328700" y="574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08700" y="574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align-items e centralizar</a:t>
            </a:r>
          </a:p>
        </p:txBody>
      </p:sp>
      <p:sp>
        <p:nvSpPr>
          <p:cNvPr id="24" name="Shape 24"/>
          <p:cNvSpPr/>
          <p:nvPr/>
        </p:nvSpPr>
        <p:spPr>
          <a:xfrm>
            <a:off x="9374000" y="536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5"/>
          <p:cNvSpPr/>
          <p:nvPr/>
        </p:nvSpPr>
        <p:spPr>
          <a:xfrm>
            <a:off x="9674000" y="560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Box 26"/>
          <p:cNvSpPr txBox="1"/>
          <p:nvPr/>
        </p:nvSpPr>
        <p:spPr>
          <a:xfrm>
            <a:off x="9674000" y="574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54000" y="574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gap e flex-wrap</a:t>
            </a:r>
          </a:p>
        </p:txBody>
      </p:sp>
      <p:sp>
        <p:nvSpPr>
          <p:cNvPr id="28" name="Shape 28"/>
          <p:cNvSpPr/>
          <p:nvPr/>
        </p:nvSpPr>
        <p:spPr>
          <a:xfrm>
            <a:off x="1028700" y="679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9"/>
          <p:cNvSpPr/>
          <p:nvPr/>
        </p:nvSpPr>
        <p:spPr>
          <a:xfrm>
            <a:off x="1328700" y="703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Box 30"/>
          <p:cNvSpPr txBox="1"/>
          <p:nvPr/>
        </p:nvSpPr>
        <p:spPr>
          <a:xfrm>
            <a:off x="1328700" y="717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08700" y="717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flex-grow, basis e flex: 1</a:t>
            </a:r>
          </a:p>
        </p:txBody>
      </p:sp>
      <p:sp>
        <p:nvSpPr>
          <p:cNvPr id="32" name="Shape 32"/>
          <p:cNvSpPr/>
          <p:nvPr/>
        </p:nvSpPr>
        <p:spPr>
          <a:xfrm>
            <a:off x="9374000" y="679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3"/>
          <p:cNvSpPr/>
          <p:nvPr/>
        </p:nvSpPr>
        <p:spPr>
          <a:xfrm>
            <a:off x="9674000" y="703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Box 34"/>
          <p:cNvSpPr txBox="1"/>
          <p:nvPr/>
        </p:nvSpPr>
        <p:spPr>
          <a:xfrm>
            <a:off x="9674000" y="717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54000" y="717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Receitas de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Por que o Flexbox existe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Antes dele, alinhar uma caixa no centro da tela era um problema de verdade.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55726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o problema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2926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o jeito antigo, com float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float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left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width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33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%;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.container::after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content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block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clear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both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gambiarra obrigatoria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e centralizar na vertical? margin,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position, table-cell, transform...   */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Float era para texto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Foi criado para imagem com texto ao redor, não para montar layout de página.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Centralizar dava nó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Centralizar na vertical exigia um truque diferente para cada situação.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Flexbox nasceu para isso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Uma declaração no elemento pai e os filhos passam a se organizar sozinhos.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display: flex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Tudo começa com uma declaração no elemento pai. Os filhos diretos viram flex items.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52424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primeiro flex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39624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&lt;div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"caixa"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&lt;div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&gt;1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&lt;/div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&lt;div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&gt;2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&lt;/div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&lt;div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&gt;3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&lt;/div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&lt;/div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sem flex: um embaixo do outro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com flex: lado a lado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A regra vai no pai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display: flex no container. São os filhos que passam a obedecer às regras.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Os filhos ficam em linha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Por padrão eles se alinham na horizontal e ocupam só o espaço do conteúdo.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Só os filhos diretos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Neto não é flex item. Se precisar organizar os netos, declare flex no meio.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Os dois eixos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889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Toda propriedade do Flexbox se refere a um dos dois eixos. Entender isso resolve 90% da confusão.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55726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a base de tudo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2926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flex-direction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row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o padrao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com row:                    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  eixo principal -&gt; horizontal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  eixo cruzado   -&gt; vertical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com column: os dois trocam  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justify-content -&gt; PRINCIPAL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align-items     -&gt; CRUZADO        */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Eixo principal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É a direção em que os itens se enfileiram, definida pelo flex-direction.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Eixo cruzado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É o perpendicular ao principal. Em row é a vertical, em column é a horizontal.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A regra de ouro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justify-content mexe no principal, align-items mexe no cruzado. Sempre.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flex-direction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Muda a direção do eixo principal — e com isso troca o papel de todas as outras propriedades.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62330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direcao.css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953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flex-direction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row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1 2 3  da esquerda para a direita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flex-direction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row-reverse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3 2 1  da direita para a esquerda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flex-direction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column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1                           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2   de cima para baixo      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3                           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flex-direction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column-reverse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row é o padrão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Você não precisa escrever. Declare só quando quiser mudar a direção.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3F1"/>
          </a:solidFill>
          <a:ln w="12700">
            <a:solidFill>
              <a:srgbClr val="F6CFC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8C2F1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column inverte tudo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Com column, justify-content passa a mexer na vertical. Isso pega todo mundo.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reverse muda só o visual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 ordem no HTML continua a mesma. Só o desenho na tela é invertido.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justify-content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Distribui os itens ao longo do eixo principal. É o que resolve a maioria dos alinhamentos.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65632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justify.css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52832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justify-content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flex-start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padrao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[1 2 3        ]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justify-content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center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[    1 2 3    ]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justify-content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flex-end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[        1 2 3]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justify-content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space-between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[1     2     3]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justify-content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space-around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justify-content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space-evenly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space-between cola nas pontas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Primeiro item na borda esquerda, último na direita. É a barra de navegação.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space-evenly é o mais justo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Espaço igual entre todos e nas bordas. O space-around dá meio espaço nas pontas.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Depende do flex-direction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Em column, o center centraliza na vertical. Confira a direção antes de brigar.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align-items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Alinha os itens no eixo cruzado. É aqui que a centralização vertical finalmente funciona.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59028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align.css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6228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height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300px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align-items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stretch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padrao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itens esticam na altura toda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align-items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center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itens no meio da altura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align-items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flex-start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no topo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align-items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flex-end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na base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align-items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baseline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pela linha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     do texto */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stretch é o padrão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Sem altura própria, os itens esticam para preencher a altura do container.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3F1"/>
          </a:solidFill>
          <a:ln w="12700">
            <a:solidFill>
              <a:srgbClr val="F6CFC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8C2F1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center precisa de altura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Se o container tem a altura do conteúdo, não existe espaço para centralizar.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baseline alinha o texto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Útil quando os itens têm fontes de tamanhos diferentes e você quer a mesma linha.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Centralizar de verdade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As quatro linhas que você vai usar mais do que qualquer outra coisa no CSS.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45820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o combo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3302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justify-content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center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horizontal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align-items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center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vertical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height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100vh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pronto: centro exato da tela  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funciona com 1 item ou com varios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e nao importa o tamanho do conteudo */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Decore este bloco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display: flex, justify-content: center, align-items: center. O combo universal.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100vh é a tela inteira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vh é a altura da janela. 100vh dá exatamente a altura visível do navegador.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Funciona em column também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Com column os dois trocam de papel, mas o resultado visual é o mesmo centro.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gap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Espaço entre os itens sem margin, sem cálculo e sem sobra nas pontas.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59028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espacamento.css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6228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o jeito antigo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margin-right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16px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.item:last-child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margin-right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0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remendo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o jeito atual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gap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16px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gap: 16px 24px  -&gt; linha e coluna */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gap não sobra nas pontas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Ele coloca espaço apenas ENTRE os itens. Nada de remendo no último filho.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Funciona com wrap também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Quando os itens quebram linha, o gap vale entre as linhas também.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Use múltiplos de 8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8, 16, 24, 32. Uma escala consistente é o que faz o layout parecer profissional.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flex-wrap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Por padrão os itens se apertam para caber na mesma linha. O wrap deixa que eles quebrem.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62330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wrap.css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953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flex-wrap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nowrap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padrao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6 itens em 1 linha, todos esmagados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flex-wrap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wrap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gap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16px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width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300px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agora eles quebram para a linha de baixo */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nowrap esmaga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Sem wrap, o navegador encolhe os itens além do width para tudo caber na linha.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wrap + width = responsivo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Dê uma largura ao item e o wrap acomoda quantos couberem em cada linha.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align-content entra em cena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Com várias linhas, align-content distribui as LINHAS no eixo cruzado.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flex-grow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justify-content distribui o espaço vazio. O flex-grow entrega esse espaço aos próprios itens.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62330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grow.css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953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flex-grow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0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padrao: nao cresce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.destaque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flex-grow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pega todo o sobrando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proporcao entre irmaos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.a { flex-grow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1/3 do espaco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.b { flex-grow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2/3 do espaco */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Só distribui o que sobrou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Se não há espaço vazio no container, o flex-grow não muda absolutamente nada.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3F1"/>
          </a:solidFill>
          <a:ln w="12700">
            <a:solidFill>
              <a:srgbClr val="F6CFC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8C2F1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É proporção, não largura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grow: 2 recebe o dobro da SOBRA que grow: 1. Não significa largura dobrada.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O item elástico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flex-grow: 1 em um item só é o jeito clássico de fazer ele ocupar o resto.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flex-basis, shrink e flex: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Três propriedades que quase sempre aparecem juntas — e têm um atalho de uma linha só.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62330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flex.css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953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flex-grow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cresce 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flex-shrink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encolhe   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flex-basis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0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tamanho base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o atalho: grow shrink basis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0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e o atalho do atalho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exatamente a mesma coisa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flex: 1 é o que você usa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Faz o item crescer, encolher e dividir o espaço em partes iguais com os irmãos.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flex-shrink: 0 protege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Use quando um item não pode encolher nunca, como um logo ou um botão de ação.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basis vence o width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Se os dois estiverem definidos, quem manda no tamanho base é o flex-basis.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align-self e order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Duas propriedades que vão no item, não no container. Servem para abrir exceção.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62330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excecoes.css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953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align-items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center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excecao para um item so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.logo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align-self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flex-start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muda a ordem visual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.item-1 { order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.item-2 { order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.item-3 { order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na tela aparece: 2 3 1 */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align-self só no cruzado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Não existe justify-self no Flexbox. Para o eixo principal, use margin: auto.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3F1"/>
          </a:solidFill>
          <a:ln w="12700">
            <a:solidFill>
              <a:srgbClr val="F6CFC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8C2F1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order não muda o HTML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Leitor de tela e navegação por teclado seguem a ordem do código. Cuidado.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margin-left: auto empurra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É o truque para jogar um item sozinho para a direita dentro da barra.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Receita: barra de navegação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Logo na esquerda, menu na direita. É o layout mais pedido da web inteira.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62330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navbar.css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953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&lt;nav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"topo"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&lt;img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"logo"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src=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"logo.png"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&lt;ul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"menu"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&lt;/ul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&lt;/nav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.topo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justify-content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space-between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align-items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center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padding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16px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32px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.menu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gap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24px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space-between faz o trabalho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Dois filhos e space-between: um vai para cada ponta, sem uma margin sequer.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align-items acerta a altura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Logo e menu ficam alinhados no meio, mesmo tendo alturas bem diferentes.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Flex dentro de flex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O nav é flex e o menu também. Aninhar containers é o normal, não a exceção.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Receita: cards responsivos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Uma grade que se ajusta sozinha ao tamanho da tela, com três linhas de CSS.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59028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grade.css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6228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&lt;section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"grade"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&lt;article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"card"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&lt;/article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&lt;article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"card"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&lt;/article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&lt;/section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.grade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flex-wrap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wrap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gap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24px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.card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300px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cresce, encolhe, base de 300px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flex: 1 1 300px é a mágica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Cada card tenta ter 300px, cresce se sobrar espaço e quebra linha se faltar.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Sem uma media query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O layout se adapta sozinho. Você só escolhe a largura mínima confortável.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gap cuida do respiro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Entre colunas e entre linhas, com um único valor. Nada de margin negativa.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Receita: layout da página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Header no topo, footer sempre no fim e o conteúdo ocupando o resto — mesmo com pouco texto.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59028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pagina.css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6228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&lt;header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&lt;/header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&lt;main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&lt;/main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&lt;footer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&lt;/footer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body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flex-direction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column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min-height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100vh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margin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0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main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empurra o footer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column + min-height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 página inteira vira uma coluna com, no mínimo, a altura da tela.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flex: 1 no main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O conteúdo estica e empurra o footer para o fundo, mesmo em página curta.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Isso é o sticky footer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O nome aparece muito em busca. Agora você sabe que são cinco linhas de CSS.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Erros comuns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O resumo dos tropeços de hoje, na ordem em que eles vão te pegar.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59028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o que vai dar errado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46228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1. flex no filho, nao no pai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 {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nao alinha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2. align-items sem altura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.caixa {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display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flex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align-items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center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nada muda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3. justify-content com column  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mexe na VERTICAL, nao na horizontal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/* 4. margin no lugar de gap */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.item { margin-right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: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0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16px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3F1"/>
          </a:solidFill>
          <a:ln w="12700">
            <a:solidFill>
              <a:srgbClr val="F6CFC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8C2F1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A regra vai no container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display: flex sempre no pai. No filho ele organiza os netos, não os irmãos.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3F1"/>
          </a:solidFill>
          <a:ln w="12700">
            <a:solidFill>
              <a:srgbClr val="F6CFC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8C2F1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Confira o flex-direction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Metade dos bugs de alinhamento é justify-content mexendo no eixo errado.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Inspecione no DevTools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O F12 mostra um selo flex ao lado do container e desenha os eixos na tela.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E88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Atividade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Monte o layout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9652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800"/>
              </a:lnSpc>
            </a:pPr>
            <a:r>
              <a:rPr lang="pt-BR" sz="3000" b="1">
                <a:solidFill>
                  <a:srgbClr val="0A2A1E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Monte a página de um curso usando só Flexbox: barra no topo, grade de cards no meio e footer no fim.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170000"/>
            <a:ext cx="8400000" cy="27432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topo: logo na esquerda e menu na direita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grade: cards com base de 280px que quebram linha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gap de 24px entre os cards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footer colado no fim da tela, mesmo com pouco conteúdo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sem float e sem position em nenhum lugar</a:t>
            </a:r>
          </a:p>
        </p:txBody>
      </p:sp>
      <p:sp>
        <p:nvSpPr>
          <p:cNvPr id="8" name="Shape 8"/>
          <p:cNvSpPr/>
          <p:nvPr/>
        </p:nvSpPr>
        <p:spPr>
          <a:xfrm>
            <a:off x="9888700" y="3050000"/>
            <a:ext cx="7370600" cy="32612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0268700" y="3390000"/>
            <a:ext cx="66106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estrutura HTML — já está pronta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68700" y="3950000"/>
            <a:ext cx="6610600" cy="19812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&lt;header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"topo"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&lt;/header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&lt;main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"grade"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&lt;article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"card"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&lt;/article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&lt;article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"card"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&lt;/article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&lt;/main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  <a:p>
            <a:pPr algn="l">
              <a:lnSpc>
                <a:spcPts val="2600"/>
              </a:lnSpc>
            </a:pP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&lt;footer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lang="pt-BR" sz="20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"rodape"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 ... </a:t>
            </a:r>
            <a:r>
              <a:rPr lang="pt-BR" sz="20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&lt;/footer</a:t>
            </a:r>
            <a:r>
              <a:rPr lang="pt-BR" sz="20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&gt;</a:t>
            </a:r>
          </a:p>
        </p:txBody>
      </p:sp>
      <p:sp>
        <p:nvSpPr>
          <p:cNvPr id="11" name="Shape 11"/>
          <p:cNvSpPr/>
          <p:nvPr/>
        </p:nvSpPr>
        <p:spPr>
          <a:xfrm>
            <a:off x="1028700" y="6661200"/>
            <a:ext cx="16230600" cy="13243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1308700" y="6941200"/>
            <a:ext cx="15670600" cy="76437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Resultado esperado na tela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Topo com logo e menu nas pontas, cards que se reorganizam ao redimensionar a janela e footer que nunca sobe.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6076" y="9423768"/>
            <a:ext cx="505044" cy="571548"/>
            <a:chOff x="0" y="0"/>
            <a:chExt cx="673392" cy="762064"/>
          </a:xfrm>
        </p:grpSpPr>
        <p:sp>
          <p:nvSpPr>
            <p:cNvPr id="3" name="Freeform 3" descr="Image"/>
            <p:cNvSpPr/>
            <p:nvPr/>
          </p:nvSpPr>
          <p:spPr>
            <a:xfrm>
              <a:off x="0" y="0"/>
              <a:ext cx="673354" cy="762127"/>
            </a:xfrm>
            <a:custGeom>
              <a:avLst/>
              <a:gdLst/>
              <a:ahLst/>
              <a:cxnLst/>
              <a:rect l="l" t="t" r="r" b="b"/>
              <a:pathLst>
                <a:path w="673354" h="762127">
                  <a:moveTo>
                    <a:pt x="0" y="0"/>
                  </a:moveTo>
                  <a:lnTo>
                    <a:pt x="673354" y="0"/>
                  </a:lnTo>
                  <a:lnTo>
                    <a:pt x="673354" y="762127"/>
                  </a:lnTo>
                  <a:lnTo>
                    <a:pt x="0" y="762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5" b="-13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06076" y="9423768"/>
            <a:ext cx="505044" cy="571557"/>
            <a:chOff x="0" y="0"/>
            <a:chExt cx="673392" cy="762076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673354" cy="762127"/>
            </a:xfrm>
            <a:custGeom>
              <a:avLst/>
              <a:gdLst/>
              <a:ahLst/>
              <a:cxnLst/>
              <a:rect l="l" t="t" r="r" b="b"/>
              <a:pathLst>
                <a:path w="673354" h="762127">
                  <a:moveTo>
                    <a:pt x="0" y="0"/>
                  </a:moveTo>
                  <a:lnTo>
                    <a:pt x="673354" y="0"/>
                  </a:lnTo>
                  <a:lnTo>
                    <a:pt x="673354" y="762127"/>
                  </a:lnTo>
                  <a:lnTo>
                    <a:pt x="0" y="762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5" b="-13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15591" y="364017"/>
            <a:ext cx="9286408" cy="9558976"/>
            <a:chOff x="0" y="0"/>
            <a:chExt cx="12381878" cy="12745301"/>
          </a:xfrm>
        </p:grpSpPr>
        <p:sp>
          <p:nvSpPr>
            <p:cNvPr id="7" name="Freeform 7" descr="Image"/>
            <p:cNvSpPr/>
            <p:nvPr/>
          </p:nvSpPr>
          <p:spPr>
            <a:xfrm>
              <a:off x="0" y="0"/>
              <a:ext cx="12381865" cy="12745339"/>
            </a:xfrm>
            <a:custGeom>
              <a:avLst/>
              <a:gdLst/>
              <a:ahLst/>
              <a:cxnLst/>
              <a:rect l="l" t="t" r="r" b="b"/>
              <a:pathLst>
                <a:path w="12381865" h="12745339">
                  <a:moveTo>
                    <a:pt x="0" y="0"/>
                  </a:moveTo>
                  <a:lnTo>
                    <a:pt x="12381865" y="0"/>
                  </a:lnTo>
                  <a:lnTo>
                    <a:pt x="12381865" y="12745339"/>
                  </a:lnTo>
                  <a:lnTo>
                    <a:pt x="0" y="12745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80692" y="1031843"/>
            <a:ext cx="6774980" cy="954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7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Bom código!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633118" y="9538097"/>
            <a:ext cx="226504" cy="255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3123" y="5170170"/>
            <a:ext cx="6300000" cy="145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Riad Younes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Flexbox resolve 90% dos layouts.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 dúvida é bem-vinda.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432</Words>
  <Application>Microsoft Office PowerPoint</Application>
  <PresentationFormat>Personalizar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7" baseType="lpstr">
      <vt:lpstr>Arial Bold</vt:lpstr>
      <vt:lpstr>Poppins Bold</vt:lpstr>
      <vt:lpstr>Arial</vt:lpstr>
      <vt:lpstr>Roboto</vt:lpstr>
      <vt:lpstr>Barlow SemiCondensed Bold</vt:lpstr>
      <vt:lpstr>Calibri</vt:lpstr>
      <vt:lpstr>Roboto Bold</vt:lpstr>
      <vt:lpstr>Poppins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Projetos Integradores de Extensão</dc:title>
  <dc:creator>Adri</dc:creator>
  <cp:lastModifiedBy>Adriane Cristina Guerino</cp:lastModifiedBy>
  <cp:revision>3</cp:revision>
  <dcterms:created xsi:type="dcterms:W3CDTF">2006-08-16T00:00:00Z</dcterms:created>
  <dcterms:modified xsi:type="dcterms:W3CDTF">2026-07-15T23:27:11Z</dcterms:modified>
  <dc:identifier>DAHPdlzNDeY</dc:identifier>
</cp:coreProperties>
</file>